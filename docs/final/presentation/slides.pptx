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Alejandro Bordón: Good morning. We are team FoodLens, and this is the final deliverable for the HCI course. The one-line version: most food apps give you a single score and ask you to trust it. We give you two axes — how healthy a product is, and how heavy its environmental footprint is — we never hide the tension between them, and we explain every recommendation with a single sentence anchored on a real number from Open Food Facts. Over the next twenty-five minutes the four of us will walk you through how we got here, the AI behind it, our evaluation plan, the hard problems we hit, a live demo of the working platform, and what we learned. Let me start with the design process.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Alejandro Bordón: Here is the map. Six points, all mandated by the rubric. I take the design process and, at the end, the lessons and future work. Sufi covers the explainable-AI methods and why we chose them. Alejandro Rodríguez presents our user-testing protocol and later drives the live demo. Pau covers the technical and design challenges. We deliberately put the live demonstration near the end, right before the conclusions, so by the time you see it working you already know what every part means. Let's begin with the design process.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Alejandro Bordón: We did not start by coding. We started by listening. Six semi-structured interviews with people who actually do the weekly shop, ranging from a twenty-year-old who barely cooks to a forty-one-year-old managing a near-vegetarian diet. We deliberately kept the contextual questions away from any AI talk so we would not lead them. Then we ran a thematic analysis — forty-seven initial codes collapsing into five Key Insights. The core problem we surfaced is an asymmetry: Nutri-Score is on the front of the pack, the Eco-Score basically never is, and nobody shows you when the two disagree. That asymmetry is the whole reason FoodLens exists.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Alejandro Bordón: These five insights are our north star. KI-1: people don't reject algorithms on principle, they reject ones whose reasoning is hidden — so we must always show the why. KI-2: the gap between what people want and what they buy is situational, driven by time and budget, so we never lecture. KI-3: single labels create false confidence — participants gave us real examples, a soda beating juice on Nutri-Score, almonds looking healthy while being ecologically expensive. KI-4: people reached for contrastive language on their own — a delta is processed faster than an absolute grade. And KI-5: everyone wanted to tune health-versus-eco, but their appetite for setup ranged from one button to a full slider panel.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Alejandro Bordón: We translated those insights into seven concrete, testable Design Hooks — hard constraints on the interface. H1: both axes always visible, and even when Open Food Facts has no eco grade, the badge still renders with a "no data" caption instead of disappearing. H2: the explanation is not on a separate screen, it's open by default on the card. H3: one sentence, one number — charts are a drill-down, never the front door. H4: the slider is health-versus-eco, price hidden behind Advanced. H5: comparison takes N products in and returns a ranked list. H6: onboarding asks the minimum. H7: every card ends in an action. These hooks are what we test the build against.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Alejandro Bordón: We synthesised the interviews into four personas, each carrying a constraint. Marc shops on autopilot — he proves the system has to work with zero configuration. Pau Estarellas distrusts any score he can't check — he's why the drill-down exists. Lluís despises greenwashing and moralising — he demands an opt-in, on-demand tool. And Aina is so time- and budget-pressed that any app lecturing her loses instantly — she's our hard boundary against judgmental copy. When two personas pull in opposite directions, we surface the trade-off rather than quietly picking a side. With that foundation set, I'll hand over to Sufi for the AI layer.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Soufyane Youbi: Thanks Alejandro. Our XAI choices are not arbitrary — they come straight out of the social-science account of explanation. Tim Miller's key finding is that good explanations are contrastive, they're selective, and they're grounded in what the person already understands. A raw model score fails all three. So we mapped each of our techniques to one of those properties. Contrastive: we answer "why this product, not the one you usually buy". Selective: we surface one number, not the full feature vector — that's our H3 discipline. Grounded and auditable: we use an interpretable model and we give the sceptic a way to check the math. The literature handed us the rubric; we engineered the app to pass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Soufyane Youbi: First, the model. We deliberately do not recompute the Nutri-Score ourselves — the official algorithm has category nuances and we read the certified `nutriscore_grade` straight from the API. But for the explanation pipeline we trained a Random Forest on a real Open Food Facts dump, reaching about eighty percent five-fold cross-validation accuracy. Why a forest and not a neural net? Because feature importances come for free and they're readable — each of the seven per-hundred-gram nutrients carries an interpretable weight. I want to be honest about scope: this is a pipeline-verification model. It proves the explanation path works end-to-end; it is not pretending to replace the official grade.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Soufyane Youbi: This is where Miller meets the screen. SHAP gives us local feature attribution — for this specific product, how much did sugar push the grade down, how much did fibre push it up. That's a vector. But a vector violates the selective principle and overloads the shopper. So we collapse it into a single contrastive sentence with exactly one number — that's Design Hook H3 in action. The full SHAP breakdown isn't thrown away; it's parked behind an "Advanced explanation" toggle, which is the waterfall you see here. Selective by default for Marc, complete on demand for anyone who wants the detail.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Soufyane Youbi: One sentence is enough for the time-poor pragmatist. It is not enough for the sceptical analyst. Pau Estarellas told us in discovery that he won't trust a grade he can't check. So the drill-down is this scatter plot, served from our scatter endpoint, that places the product on the health-versus-eco plane against the rest of its category — he can see with his own eyes whether the recommendation is defensible. Crucially it's opt-in: it only appears when he asks, which also satisfies Lluís, who wanted graphs over guilt. Three layers, three personas: the sentence gives Marc instant trust, the advanced SHAP view gives traceability, and the scatter gives Pau independent verification. Before I hand over, one slide on all the AI we used.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Soufyane Youbi: One honest slide before I hand over, because we think you should declare both kinds of AI. Inside the product: a scikit-learn Random Forest drives the Nutri-Score explanation pipeline, SHAP gives the local attribution we compress into one sentence, a weighted KNN powers the Alternative Engine, and DuckDB lets us query the full Open Food Facts dump at scale. And in development: we used LLM coding assistants to speed up boilerplate, tests, and documentation — but every change was human-reviewed, adversarially audited (that is literally how we caught the dead allergen filter), and gated by tests. We direct the AI; the design decisions and the verification are ours. With that declared, Alejandro will take you through how we evaluate all of this with users.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Alejandro Rodríguez: Evaluation. We measure two different things and we keep them apart on purpose, so a friendly usability score can't mask a weak explanation layer. The first is the System Usability Scale — Brooke, 1996 — ten items, measuring whether the dashboard is navigable. The second is explanation satisfaction, anchored to the XEQ construct from Wijekoon and colleagues, 2024: clarity, consistency, on-demand detail, perceived reliability and fairness, and improved understanding. Both instruments are not a Google Form — they are feature F-46, built into the app, so a participant finishes the tasks and fills them in the same browser, same session, no context switch.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Alejandro Rodríguez: The procedure: six tasks that follow our documented user flows in order — onboarding and search first because it gates everything, then reading an explanation, finding an alternative, comparing a shelf, setting a usual product, and dragging the slider. After each task there's a Single Ease Question so we can localise friction to a specific flow; SUS is administered once at the very end. The cohort is the same six people we interviewed in WA3 — that's a Nielsen-style formative study at n equals six, not a powered experiment. Two of the six are team members; we declare that bias openly and weight their data as optimistic. And the scoring is pre-registered: the standard SUS formula, the benchmark of sixty-eight, and the Sauro-Lewis grade bands, all committed before any data exists.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Alejandro Rodríguez: Now the honest part, and I want to be very clear about it. The instrument is built and wired, the tasks and cohort are defined — but we have not yet collected participant data. So we are not going to stand here and quote a usability score we never measured. Inventing numbers would be the worst thing an HCI team could do. What we have done instead is pre-register everything: the scoring rules, the thresholds, the grade bands, and three falsifiable hypotheses — that the contrastive drill-down lifts satisfaction for the sceptic, that the zero-config path scores high for the pragmatist, and that any moralising phrase costs us trust with the convenience seeker. Committing to all of that before the data arrives is good method, not a gap. Pau will now take the technical and design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 Girón: Thank you. The single biggest source of pain was the Open Food Facts API. It throws intermittent 503s on search, so we built a silent fallback to a ten-product local sample with a non-blocking banner — the UI never dies. It returns a 403 if you forget the User-Agent header, so that header is mandatory on every call. The eco field was renamed, so we read the new `environmental_score_grade` first and fall back to the legacy `ecoscore_grade`. Search is rate-limited to ten requests a minute, so the backend budgets calls through a Redis cache. And the optional backend degrades gracefully — it times out at fifteen hundred milliseconds for recommendations, two thousand for explanations, then quietly uses the in-browser path. On the design side, the discipline was holding the line: keeping the eco badge visible even when the grade is not-applicable, and refusing to let a rich SHAP vector break our one-sentence-one-number rule.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 Girón: And here's the part we're actually proud of, even though it's about bugs. An adversarial review followed by an engineering pass found three real defects before release — and none of them is something a usability test would have caught. First, and most serious: the allergen filters were completely dead. `api.js` wasn't even requesting the allergens field, so the product objects had nothing to filter on — that's a safety issue, not a cosmetic one. We fixed it by requesting the field, normalising it to tokens, and matching exactly. Second, the category browser's search was commented out — genuinely dead code — so we wired the dropdown filters back to live rendering. Third, a falsy-zero bug: a real zero grams of sugar was showing as "no data" because of a truthiness check. We added explicit type and null guards. We're disclosing all three openly. In our field, finding and fixing your own defects honestly is worth more than a clean-looking slide. With everything now explained, Alejandro Rodríguez will show it all working live.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Alejandro Rodríguez: Now you have the full picture, so let me show it live. I start with onboarding — notice it asks only goals, age, and gender, nothing about income or family, that's Hook H6. Then a search returns the dual-axis cards: both badges, equal weight, the contrastive sentence already open. I'll expand the advanced explanation to show the SHAP breakdown and pop the scatter drill-down — exactly the pieces Sufi described. Then I drag the priority slider and you'll watch the ranking genuinely re-order — a sceptic should be able to confirm the slider does something. Then filters, including allergen and eco, the category browser, and finally compare-this-shelf: several products in, a ranked list out with a winner-highlight table, and a CSV export. If anything breaks, I have screenshot backups on the next two slides. Let me switch to the app.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Alejandro Rodríguez: This is the fallback in case the live app misbehaves. The dashboard: a focused product with its dual-axis badges and contrastive sentence, alongside the full results grid. Look at the cards where data is missing — the eco badge still renders, with a question mark or a dash and a caption, instead of vanishing. That's Hook H1 enforced in real markup: missing is shown, never hidden. Every card also exposes a per-card toggle to add the product to a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Alejandro Rodríguez: And the second backup: the comparison view. N products go in; out comes a ranked summary with a one-line contrastive justification for each, sitting above an attribute table that highlights the leading product on each axis — Nutri-Score, Eco-Score, energy, sugars, fat. Notice one detail that cost us a real bug fix: a genuine zero grams of sugar shows as "0", not "no data". Missing is not the same as zero, and the table now respects that. That's the platform. To close, Alejandro will pull together what we learned and where this goes next.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Alejandro Bordón: Lessons. First, the upfront research paid for itself many times over — those five Key Insights became a spec we could point at, so we never argued about features from personal taste. Second, honesty turned out to be a feature: openly disclosing the dead filters and the fact that our data collection is still pending is far more credible than a polished fiction, and "missing is not zero" became a genuine engineering discipline. Third, our constraints helped us — no build step, no framework, the app opens with a double-click, and the graceful degradation we were forced to build kept it alive every time the API misbehaved. And fourth, the deepest lesson: explainable AI is an interaction problem before it's a modelling problem. Training the forest was the easy part; compressing SHAP into one sentence a sceptic would trust was the real work.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Alejandro Bordón: Finally, where this goes next. The immediate priority is running the study and filling those placeholder tables with real SUS and explanation-satisfaction numbers. On the engineering side: moving SHAP onto a DuckDB backend and scaling the recommendation index from roughly five hundred products toward the full Open Food Facts catalogue; completing the price axis behind the Advanced toggle, which is what Aina needs; adding a Playwright regression suite; and eventually a longitudinal, in-the-wild study against a Yuka baseline to see if dual-axis contrastive design changes real purchasing behaviour. That's FoodLens — dual-axis, contrastive, and honest about what it does and doesn't yet prove. The repo is on the slide. Thank you — we'd be glad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